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JetBrains Mono" panose="020B0604020202020204" charset="0"/>
      <p:regular r:id="rId13"/>
      <p:bold r:id="rId14"/>
      <p:italic r:id="rId15"/>
      <p:boldItalic r:id="rId16"/>
    </p:embeddedFont>
    <p:embeddedFont>
      <p:font typeface="JetBrains Mono ExtraBold" panose="020B0604020202020204" charset="0"/>
      <p:bold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300537"/>
            <a:ext cx="85725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500187"/>
            <a:ext cx="9001125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Accelerating MLOps with Vertex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328987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Unifying the Machine Learning Lifecycle from Data to Production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00250" y="469106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Presented by: GCP AI Strategy &amp;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71662" y="2752725"/>
            <a:ext cx="274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EA4335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80%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62175" y="4505325"/>
            <a:ext cx="2162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43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"Plumbing" Overhead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286500" y="2605087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286500" y="3014662"/>
            <a:ext cx="53244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Most ML models fail to reach production due to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operational decay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technical debt. Data scientists spend the majority of their time managing infrastructure rather than refining models.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286500" y="4386262"/>
            <a:ext cx="5324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Manual Friction: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Hand-crafted handovers cause silos.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286500" y="4786312"/>
            <a:ext cx="5324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Solution: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Bridging CI/CD and DevOps with ML.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429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8291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09625" y="581025"/>
            <a:ext cx="655081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Solving the "Production Gap"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9300"/>
            <a:ext cx="3524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019300"/>
            <a:ext cx="3524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019300"/>
            <a:ext cx="35242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5334000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85F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Unified API Interface for the Entire ML Lifecycle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95350" y="294322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Readiness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95350" y="3562350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Managed datasets and feature engineering with deep BigQuery integration.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8200" y="29718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Development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8200" y="3590925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Serverless training environment supporting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TF, PyTorch, and XGBoost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01050" y="29718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Operations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01050" y="3590925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Enterprise-grade deployment, monitoring, and lifecycle governance.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2362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390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1050" y="23907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09625" y="581025"/>
            <a:ext cx="711588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Vertex AI: The Unified Platform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000375"/>
            <a:ext cx="53244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95750"/>
            <a:ext cx="53244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2200275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Solving Training-Serving Skew: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Ensure consistent feature definitions across batch training and real-time inference.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6025" y="2019300"/>
            <a:ext cx="25146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81050" y="3200400"/>
            <a:ext cx="517064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Offline Serving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81050" y="3476625"/>
            <a:ext cx="4924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High-throughput feature extraction for model training.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81050" y="4295775"/>
            <a:ext cx="517064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A853"/>
                </a:solidFill>
                <a:latin typeface="Urbanist"/>
                <a:ea typeface="Urbanist"/>
                <a:cs typeface="Urbanist"/>
                <a:sym typeface="Urbanist"/>
              </a:rPr>
              <a:t>Online Serving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81050" y="4572000"/>
            <a:ext cx="4924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Low-latency lookup for real-time predictions.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9625" y="581025"/>
            <a:ext cx="536567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Vertex AI Feature Store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62375"/>
            <a:ext cx="53244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019300"/>
            <a:ext cx="2105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81025" y="2162175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C0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Serverless Training: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BYOC (Bring Your Own Container) support. Fully managed scaling with GPU/TPU acceleration.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2962275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85F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Kubeflow-Based Pipelines: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Automate ML workflows via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DAGs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Ensure absolute reproducibility of experiments.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581025"/>
            <a:ext cx="6730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Vertex AI Pipelines &amp; Training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5525"/>
            <a:ext cx="53244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95525"/>
            <a:ext cx="53244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81025" y="50577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BBC05"/>
                </a:solidFill>
                <a:latin typeface="Urbanist"/>
                <a:ea typeface="Urbanist"/>
                <a:cs typeface="Urbanist"/>
                <a:sym typeface="Urbanist"/>
              </a:rPr>
              <a:t>Integrated Model Versioning &amp; Rollback Strategies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1912" y="51054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71550" y="2686050"/>
            <a:ext cx="477059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Single Source of Truth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71550" y="3238500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Stop searching GCS buckets. The Registry provides a unified warehouse for all trained model versions and their lineage.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77025" y="2686050"/>
            <a:ext cx="477059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Lifecycle Aliases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77025" y="3238500"/>
            <a:ext cx="4543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 labels like "Production", "Staging", or "Canary" to shift traffic without changing endpoint code.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09625" y="581025"/>
            <a:ext cx="569071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Vertex AI Model Registry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52575"/>
            <a:ext cx="110299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81025" y="4238625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Drift Detection: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Automated alerts when live traffic deviates from the training baseline.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286500" y="4238625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Attribution: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Explainable AI identifies exactly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which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feature is causing performance drops.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09625" y="581025"/>
            <a:ext cx="672584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Continuous Model Monitoring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09625" y="581025"/>
            <a:ext cx="4950618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"Happy Path" Workflow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76200" cy="1181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23431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81025" y="214312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Extract from BQ/Cloud Storage.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81025" y="295275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Store: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Registry &amp; Serving.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81025" y="376237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Pipeline: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Orchestrate Training.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457200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Registry: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Versioned Storage.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538162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5.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Endpoint: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Deploy at Scale.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619125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6.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Monitoring: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Active Feedback Loop.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305276" y="58102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Key Takeaways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81025" y="4067175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285F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Any Questions?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81025" y="4829175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Contact your GCP Solutions Team for a Deep Dive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2005012" y="2066925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Reduced Overhead: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Managed infrastructure.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2005012" y="282892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Integrity: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Centralized Feature Store.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386512" y="2066925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Reliability: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Reproducible KFP Pipelines.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386512" y="2543175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Control: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Monitoring &amp; Registry governance.</a:t>
            </a:r>
            <a:endParaRPr/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5012" y="21145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5012" y="28765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6512" y="21145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6512" y="259080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581025" y="22907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1025" y="30622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81025" y="3833812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81025" y="30527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30527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81025" y="38242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81025" y="38242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81025" y="47672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81025" y="47672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33637"/>
            <a:ext cx="16383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676400" y="244078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https://cdn-contents.anymindgroup.com/corporate/wp-uploads/2023/01/30090619/deployment_pipeline.png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676400" y="267414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anymindgroup.com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05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676400" y="32123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https://dagshub.com/blog/content/images/2021/08/DAG2.png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676400" y="34456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dagshub.com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62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676400" y="397668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https://cdn.prod.website-files.com/6130fa1501794e37c21867cf/6605cfe2ce555dc151633669_AD_4nXfSe5HK16tpgaOewApnzSM4N6ou004cVhHOGegULdEG1pu5erYD827sTZ5j6Tpv-QAi5ql1-0APp1aQpekKF86eGxfx-wdm8Vzv_u-y0m_LFXJvELTsE6-2PVujpfRt_ejI5kYMDwe-3m6huyCnzVM.png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676400" y="439578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www.fivetran.com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919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676400" y="49268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https://storage.googleapis.com/gweb-cloudblog-publish/images/whts_new_2025_5V6FQkI.max-2500x2500.jpg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1676400" y="51601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cloud.google.com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09625" y="581025"/>
            <a:ext cx="343542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Urbanist SemiBold</vt:lpstr>
      <vt:lpstr>Calibri</vt:lpstr>
      <vt:lpstr>JetBrains Mono</vt:lpstr>
      <vt:lpstr>Arial</vt:lpstr>
      <vt:lpstr>Urbanist</vt:lpstr>
      <vt:lpstr>JetBrains Mono ExtraBold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Praveen MS</cp:lastModifiedBy>
  <cp:revision>1</cp:revision>
  <dcterms:modified xsi:type="dcterms:W3CDTF">2026-05-03T14:35:03Z</dcterms:modified>
</cp:coreProperties>
</file>