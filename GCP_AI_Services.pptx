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Workbench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Managed Jupyter environment for ML development on Google Cloud</a:t>
            </a:r>
          </a:p>
          <a:p>
            <a:pPr lvl="1"/>
            <a:r>
              <a:t>Managed notebooks with security</a:t>
            </a:r>
          </a:p>
          <a:p>
            <a:pPr lvl="1"/>
            <a:r>
              <a:t>Supports TensorFlow and PyTorch</a:t>
            </a:r>
          </a:p>
          <a:p>
            <a:pPr lvl="1"/>
            <a:r>
              <a:t>Scalable CPU/GPU/TPU</a:t>
            </a:r>
          </a:p>
          <a:p>
            <a:pPr lvl="1"/>
            <a:r>
              <a:t>Integration with Vertex AI</a:t>
            </a:r>
          </a:p>
          <a:p>
            <a:pPr lvl="1"/>
            <a:r>
              <a:t>Access to BigQuery and Cloud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Build conversational AI agents using generative AI</a:t>
            </a:r>
          </a:p>
          <a:p>
            <a:pPr lvl="1"/>
            <a:r>
              <a:t>Rapid chatbot development</a:t>
            </a:r>
          </a:p>
          <a:p>
            <a:pPr lvl="1"/>
            <a:r>
              <a:t>Multi-turn conversations</a:t>
            </a:r>
          </a:p>
          <a:p>
            <a:pPr lvl="1"/>
            <a:r>
              <a:t>Enterprise data integration</a:t>
            </a:r>
          </a:p>
          <a:p>
            <a:pPr lvl="1"/>
            <a:r>
              <a:t>Prebuilt connectors</a:t>
            </a:r>
          </a:p>
          <a:p>
            <a:pPr lvl="1"/>
            <a:r>
              <a:t>Powered by Gemini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Extract and process structured data from documents</a:t>
            </a:r>
          </a:p>
          <a:p>
            <a:pPr lvl="1"/>
            <a:r>
              <a:t>Pretrained processors (invoice, forms)</a:t>
            </a:r>
          </a:p>
          <a:p>
            <a:pPr lvl="1"/>
            <a:r>
              <a:t>High-accuracy OCR</a:t>
            </a:r>
          </a:p>
          <a:p>
            <a:pPr lvl="1"/>
            <a:r>
              <a:t>Custom processors</a:t>
            </a:r>
          </a:p>
          <a:p>
            <a:pPr lvl="1"/>
            <a:r>
              <a:t>Table and entity extraction</a:t>
            </a:r>
          </a:p>
          <a:p>
            <a:pPr lvl="1"/>
            <a:r>
              <a:t>API-based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Deploy and serve ML models at scale</a:t>
            </a:r>
          </a:p>
          <a:p>
            <a:pPr lvl="1"/>
            <a:r>
              <a:t>Real-time and batch predictions</a:t>
            </a:r>
          </a:p>
          <a:p>
            <a:pPr lvl="1"/>
            <a:r>
              <a:t>Auto-scaling endpoints</a:t>
            </a:r>
          </a:p>
          <a:p>
            <a:pPr lvl="1"/>
            <a:r>
              <a:t>Traffic splitting (A/B testing)</a:t>
            </a:r>
          </a:p>
          <a:p>
            <a:pPr lvl="1"/>
            <a:r>
              <a:t>Monitoring and logging</a:t>
            </a:r>
          </a:p>
          <a:p>
            <a:pPr lvl="1"/>
            <a:r>
              <a:t>Supports custom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Feature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Central repository for managing ML features</a:t>
            </a:r>
          </a:p>
          <a:p>
            <a:pPr lvl="1"/>
            <a:r>
              <a:t>Online and batch serving</a:t>
            </a:r>
          </a:p>
          <a:p>
            <a:pPr lvl="1"/>
            <a:r>
              <a:t>Feature reuse and sharing</a:t>
            </a:r>
          </a:p>
          <a:p>
            <a:pPr lvl="1"/>
            <a:r>
              <a:t>Versioning support</a:t>
            </a:r>
          </a:p>
          <a:p>
            <a:pPr lvl="1"/>
            <a:r>
              <a:t>Training-serving consistency</a:t>
            </a:r>
          </a:p>
          <a:p>
            <a:pPr lvl="1"/>
            <a:r>
              <a:t>Scalable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Runtime layer to orchestrate AI agents</a:t>
            </a:r>
          </a:p>
          <a:p>
            <a:pPr lvl="1"/>
            <a:r>
              <a:t>Execution lifecycle management</a:t>
            </a:r>
          </a:p>
          <a:p>
            <a:pPr lvl="1"/>
            <a:r>
              <a:t>Multi-step workflows</a:t>
            </a:r>
          </a:p>
          <a:p>
            <a:pPr lvl="1"/>
            <a:r>
              <a:t>Tool and API integration</a:t>
            </a:r>
          </a:p>
          <a:p>
            <a:pPr lvl="1"/>
            <a:r>
              <a:t>Scalable runtime</a:t>
            </a:r>
          </a:p>
          <a:p>
            <a:pPr lvl="1"/>
            <a:r>
              <a:t>Automation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Combine LLMs with enterprise data using retrieval</a:t>
            </a:r>
          </a:p>
          <a:p>
            <a:pPr lvl="1"/>
            <a:r>
              <a:t>Knowledge base integration</a:t>
            </a:r>
          </a:p>
          <a:p>
            <a:pPr lvl="1"/>
            <a:r>
              <a:t>Vector search and embeddings</a:t>
            </a:r>
          </a:p>
          <a:p>
            <a:pPr lvl="1"/>
            <a:r>
              <a:t>Improved accuracy</a:t>
            </a:r>
          </a:p>
          <a:p>
            <a:pPr lvl="1"/>
            <a:r>
              <a:t>Reduced hallucinations</a:t>
            </a:r>
          </a:p>
          <a:p>
            <a:pPr lvl="1"/>
            <a:r>
              <a:t>Multi-source data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Armor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Protect AI systems with safety and policy guardrails</a:t>
            </a:r>
          </a:p>
          <a:p>
            <a:pPr lvl="1"/>
            <a:r>
              <a:t>Content filtering</a:t>
            </a:r>
          </a:p>
          <a:p>
            <a:pPr lvl="1"/>
            <a:r>
              <a:t>Prompt validation</a:t>
            </a:r>
          </a:p>
          <a:p>
            <a:pPr lvl="1"/>
            <a:r>
              <a:t>Policy enforcement</a:t>
            </a:r>
          </a:p>
          <a:p>
            <a:pPr lvl="1"/>
            <a:r>
              <a:t>Injection protection</a:t>
            </a:r>
          </a:p>
          <a:p>
            <a:pPr lvl="1"/>
            <a:r>
              <a:t>Compliance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Model Garden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Library of foundation and open models</a:t>
            </a:r>
          </a:p>
          <a:p>
            <a:pPr lvl="1"/>
            <a:r>
              <a:t>Access to Gemini and open models</a:t>
            </a:r>
          </a:p>
          <a:p>
            <a:pPr lvl="1"/>
            <a:r>
              <a:t>Multimodal capabilities</a:t>
            </a:r>
          </a:p>
          <a:p>
            <a:pPr lvl="1"/>
            <a:r>
              <a:t>Fine-tuning support</a:t>
            </a:r>
          </a:p>
          <a:p>
            <a:pPr lvl="1"/>
            <a:r>
              <a:t>Ready-to-use APIs</a:t>
            </a:r>
          </a:p>
          <a:p>
            <a:pPr lvl="1"/>
            <a:r>
              <a:t>Rapid experimentation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 ML workflows end-to-end</a:t>
            </a:r>
          </a:p>
          <a:p>
            <a:pPr lvl="1"/>
            <a:r>
              <a:t>Based on Kubeflow Pipelines</a:t>
            </a:r>
          </a:p>
          <a:p>
            <a:pPr lvl="1"/>
            <a:r>
              <a:t>Reusable workflows</a:t>
            </a:r>
          </a:p>
          <a:p>
            <a:pPr lvl="1"/>
            <a:r>
              <a:t>CI/CD integration</a:t>
            </a:r>
          </a:p>
          <a:p>
            <a:pPr lvl="1"/>
            <a:r>
              <a:t>Versioning and tracking</a:t>
            </a:r>
          </a:p>
          <a:p>
            <a:pPr lvl="1"/>
            <a:r>
              <a:t>Orchestration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Track and compare ML experiments</a:t>
            </a:r>
          </a:p>
          <a:p>
            <a:pPr lvl="1"/>
            <a:r>
              <a:t>Metrics tracking</a:t>
            </a:r>
          </a:p>
          <a:p>
            <a:pPr lvl="1"/>
            <a:r>
              <a:t>Run comparison</a:t>
            </a:r>
          </a:p>
          <a:p>
            <a:pPr lvl="1"/>
            <a:r>
              <a:t>Artifact management</a:t>
            </a:r>
          </a:p>
          <a:p>
            <a:pPr lvl="1"/>
            <a:r>
              <a:t>Reproducibility</a:t>
            </a:r>
          </a:p>
          <a:p>
            <a:pPr lvl="1"/>
            <a:r>
              <a:t>Integrated workflows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Matching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Scalable vector similarity search service</a:t>
            </a:r>
          </a:p>
          <a:p>
            <a:pPr lvl="1"/>
            <a:r>
              <a:t>Low-latency search</a:t>
            </a:r>
          </a:p>
          <a:p>
            <a:pPr lvl="1"/>
            <a:r>
              <a:t>Handles billion-scale vectors</a:t>
            </a:r>
          </a:p>
          <a:p>
            <a:pPr lvl="1"/>
            <a:r>
              <a:t>Optimized for embeddings</a:t>
            </a:r>
          </a:p>
          <a:p>
            <a:pPr lvl="1"/>
            <a:r>
              <a:t>RAG use cases</a:t>
            </a:r>
          </a:p>
          <a:p>
            <a:pPr lvl="1"/>
            <a:r>
              <a:t>Real-time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Evaluate model quality and performance</a:t>
            </a:r>
          </a:p>
          <a:p>
            <a:pPr lvl="1"/>
            <a:r>
              <a:t>Built-in evaluation metrics</a:t>
            </a:r>
          </a:p>
          <a:p>
            <a:pPr lvl="1"/>
            <a:r>
              <a:t>LLM evaluation support</a:t>
            </a:r>
          </a:p>
          <a:p>
            <a:pPr lvl="1"/>
            <a:r>
              <a:t>Human feedback loop</a:t>
            </a:r>
          </a:p>
          <a:p>
            <a:pPr lvl="1"/>
            <a:r>
              <a:t>Benchmarking</a:t>
            </a:r>
          </a:p>
          <a:p>
            <a:pPr lvl="1"/>
            <a:r>
              <a:t>Improves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Connect AI models to external tools and APIs</a:t>
            </a:r>
          </a:p>
          <a:p>
            <a:pPr lvl="1"/>
            <a:r>
              <a:t>Function calling</a:t>
            </a:r>
          </a:p>
          <a:p>
            <a:pPr lvl="1"/>
            <a:r>
              <a:t>API integration</a:t>
            </a:r>
          </a:p>
          <a:p>
            <a:pPr lvl="1"/>
            <a:r>
              <a:t>Tool usage</a:t>
            </a:r>
          </a:p>
          <a:p>
            <a:pPr lvl="1"/>
            <a:r>
              <a:t>Workflow automation</a:t>
            </a:r>
          </a:p>
          <a:p>
            <a:pPr lvl="1"/>
            <a:r>
              <a:t>Enhances agent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